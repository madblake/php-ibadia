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E6BDA87-8A38-4A2F-9FC0-7477B20CA080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Presentación de alto nivel basada en Refactoring.Guru. Úsala como guía y añade tus propios ejemplos en vivo.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B7A751F-A016-46B1-A9E7-DC7F21036C0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Aclara que no son 'recetas' fijas, sino soluciones probadas para comunicar y estructurar.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6B9DF4-BF33-49BD-AE05-ABD310985F6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Pon ejemplos rápidos de cuándo usar cada categoría.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B3667E-FF4E-4696-B83F-07BF8B9E3F0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Enfatiza Factory Method vs Abstract Factory; Builder para objetos complejos; Singleton con moderación.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26286D-BE0D-4944-AAD7-BFB8AC12894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Decorator para responsabilidad dinámica; Composite para jerarquías; Facade para simplificar subsistemas.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E14D12-77BA-49C1-95FE-4455E4B20AD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Strategy para intercambiar algoritmos; Observer para eventos; Command para parametrizar acciones.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8678C6-A3ED-430F-824E-5B931B1A4EF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Evita patrones por moda. Evalúa coste/beneficio.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B0194E-28C5-48F9-9398-52C6853B11A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Patrones son herramientas; evita la sobre-ingeniería.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9D6682B-E81D-49E0-934B-87F35EDC292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Incluye el texto de atribución en el ZIP y en materiales derivados.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EFD443-416D-4665-A0FA-42BC5F306CD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47EE91-334C-429E-8F3A-0C1968222E8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13B92E-E73A-4FBC-B251-108736C1B50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84E54A-9998-4E2B-915F-BAC7D90E2EB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3B9E26-991C-46B4-94AD-67C0E71E26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BB59E-1509-489C-A6EC-6D53CECEB1F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16C766-85D0-44F6-B967-26F7D84DDEE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ABA7EE-EB20-4248-AD14-3ECC6D74664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88C062-C835-4E80-B7EC-6CCF13A4695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8A1024-C587-48B3-AD5F-72BBDE15EAB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E05DD8-5D91-4DA9-B502-F040E3272D0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90A518-6213-41E9-B713-C81E42E81BD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Patrones de diseño en PHP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Basado en Refactoring.Guru • CC BY-SA 4.0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Patrones de diseño en PHP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Catálogo basado en Refactoring.Guru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Creacionales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Estructurales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Comportamiento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0" defTabSz="45720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¿Qué es un patrón de diseño?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Solución reusable a problemas de diseño recurrentes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 es código exacto, es un esquema adaptable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Vocabulario común entre desarrolladores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Clasificación de patrones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Creacionales: creación flexible de objetos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Estructurales: composición y organización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Comportamiento: colaboración y responsabilidades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Creacionales (PHP)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Abstract Factory, Builder, Factory Method, Prototype, Singleton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Estructurales (PHP)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Adapter, Bridge, Composite, Decorator, Facade, Flyweight, Proxy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Comportamiento (PHP)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Chain of Responsibility, Command, Iterator, Mediator, Memento,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Observer, State, Strategy, Template Method, Visitor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Cuándo aplicar patrones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Identifica el problema primero (creación rígida, acoplamientos, etc.)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El patrón debe simplificar, no complicar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Adapta al contexto PHP / framework / proyecto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Beneficios y riesgos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 Reutilización, mantenibilidad, flexibilidad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 Comunicación clara en el equipo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Sobre-ingeniería si se abusa / aplica sin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necesidad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Licencia y atribución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Ejemplos exactos de PHP: Refactoring.Guru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Licencia: CC BY-SA 4.0 (atribución requerida)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Este deck es material educativo complementario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LibreOffice/25.8.2.1$Windows_X86_64 LibreOffice_project/345526217a4027cb1b9ab39bd7153c8c141a1d64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2025-11-03T01:01:33Z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