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DesignPatternsPHP – Patrones (ES)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UML + ¿Cuándo usarlo? + Pros/Contras</a:t>
            </a:r>
          </a:p>
          <a:p>
            <a:r>
              <a:t>Fuente: PDF subido por el usuario (Read the Docs)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creacionales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18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44130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3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86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estructurales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4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506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* The composite node MUST extend the component contract. This is mandatory for building</a:t>
            </a:r>
          </a:p>
          <a:p>
            <a:pPr lvl="1">
              <a:defRPr sz="1600"/>
            </a:pPr>
            <a:r>
              <a:t>• * runs through all elements and calls render() on them, then returns the complete␣</a:t>
            </a:r>
          </a:p>
          <a:p>
            <a:pPr lvl="1">
              <a:defRPr sz="1600"/>
            </a:pPr>
            <a:r>
              <a:t>• * from the outside, one will not see this and the form will act like a single␣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44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750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52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918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59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509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* This is the interface that all flyweights need to implement</a:t>
            </a:r>
          </a:p>
          <a:p>
            <a:pPr lvl="1">
              <a:defRPr sz="1600"/>
            </a:pPr>
            <a:r>
              <a:t>• return sprintf('Word %s with font %s', $this-&gt;name, $extrinsicState);</a:t>
            </a:r>
          </a:p>
          <a:p>
            <a:pPr lvl="1">
              <a:defRPr sz="1600"/>
            </a:pPr>
            <a:r>
              <a:t>• * Implements the flyweight interface and adds storage for intrinsic state, if 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6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4012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7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5704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de comportamiento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8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7264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Factoría Abstracta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0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5679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09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4390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0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09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9578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17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24100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21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9200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25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61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¿Cuándo usarlo?</a:t>
            </a:r>
          </a:p>
          <a:p>
            <a:pPr lvl="1">
              <a:defRPr sz="1600"/>
            </a:pPr>
            <a:r>
              <a:t>• Aplicable cuando el problema del patrón aparece en el diseño.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Pros</a:t>
            </a:r>
          </a:p>
          <a:p>
            <a:pPr lvl="1">
              <a:defRPr sz="1600"/>
            </a:pPr>
            <a:r>
              <a:t>• Estructura y claridad.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Contras</a:t>
            </a:r>
          </a:p>
          <a:p>
            <a:pPr lvl="1">
              <a:defRPr sz="1600"/>
            </a:pPr>
            <a:r>
              <a:t>• Puede añadir complejidad.</a:t>
            </a:r>
          </a:p>
        </p:txBody>
      </p:sp>
      <p:pic>
        <p:nvPicPr>
          <p:cNvPr id="6" name="Picture 5" descr="page_130_img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54643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(clic para ir)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74151"/>
                </a:solidFill>
              </a:rPr>
              <a:t>Patrones creacionales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74151"/>
                </a:solidFill>
              </a:rPr>
              <a:t>Patrones estructurales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7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374151"/>
                </a:solidFill>
              </a:rPr>
              <a:t>Patrones de comportamiento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comparativo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54000">
                <a:tc>
                  <a:txBody>
                    <a:bodyPr/>
                    <a:lstStyle/>
                    <a:p>
                      <a:r>
                        <a:t>Patrón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¿Cuándo usar? (breve)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Contra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Factory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The composite node MUST extend the component contract. This is mandatory for building…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Decorator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Facade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Flyweight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This is the interface that all flyweights need to implement…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Factoría Abstracta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Mediator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Memento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Observer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Template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r>
                        <a:t>Visitor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Comportamiento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Aplicable cuando el problema del patrón aparece en el diseño.…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Estructura y claridad.…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Puede añadir complejidad.…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