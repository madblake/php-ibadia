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DesignPatternsPHP – UML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Basado en la documentación ES (Read the Docs)</a:t>
            </a:r>
          </a:p>
          <a:p>
            <a:r>
              <a:t>UML extraído del PDF adjunto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Factoría Abstracta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07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12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0722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Factory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18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6182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22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25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Factoría Simple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28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2330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30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9974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Factoría Estática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32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2028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Adaptador / Wrapper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35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7152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40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2970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44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18322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48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5506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52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0542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Inyección de Dependencias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56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8137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59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6731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Interfaz Fluida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62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5179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Flyweight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65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1992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70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9695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73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62217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 Of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77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8388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81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89974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se detectó imagen de UML en el PDF para este patrón.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se detectó imagen de UML en el PDF para este patrón.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097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5945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101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Null Object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106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10111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109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0488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112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168390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117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252217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121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410240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125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78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130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71851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Locator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135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94170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_139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5678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Entity-Attribute-Value (EAV)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se detectó imagen de UML en el PDF para este patrón.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Las imágenes UML proceden del PDF subido por el usuario: DesignPatternsPHP (ES, Read the Docs). Créditos: Dominik Liebler y colaboradores. Uso con fines educativos.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