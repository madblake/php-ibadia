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731F30-EE92-4C78-8D69-152A2257FD8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60F646-8D2D-45E5-B77C-A4168C656A8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E2323B-F901-430F-980E-3675FEA4071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9919B8-E823-460F-BC3F-D52E53378C8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E836D7-72CD-4FEE-9ED9-AC903E34B53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ADAD2E-A550-4A3E-A6AF-B8659A1857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FD01DC-0C84-42D6-A436-776D3BCA662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EF8312-EB48-4F85-ADDF-052B94967DA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70A07E-A36D-440E-8FB2-689D21EBD01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1BE9B3-B185-4267-8604-450D5200A88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C67707-B211-407F-8FA4-8D18E56FBA1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Patrón MVC en PHP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Presentación ampliada: diagramas, ejemplos y ejercicios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¿Qué es MVC?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Patrón de arquitectura para organizar aplicaciones.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Separa la lógica empresarial de la interfaz.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Facilita el mantenimiento y escalabilidad.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Objetivos principales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Mantener un código limpio y modular.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Permitir trabajo en equipo especializado.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Incrementar reutilización de componentes.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Capas del patrón MVC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🔹 Modelo (Model)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🔹 Vista (View)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🔹 Controlador (Controller)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Cada uno tiene responsabilidades específicas.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Modelo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Gestiona datos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Acceso y validación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Conexión BD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Vista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Renderiza interfaz de usuario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HTML/CSS/JS o Twig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Solo presenta datos del Controlador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Controlador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Recibe solicitudes del usuario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Manipula el Modelo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Selecciona la Vista adecuada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Flujo MVC (Esquema)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Usuario → Controlador → Modelo → Controlador → Vista → Usuario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2213640" y="2880000"/>
            <a:ext cx="4626360" cy="359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Front Controller en PHP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index.php centraliza todas las solicitudes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Carga router y seguridad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Mejora control y auditoría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Router en MVC PHP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Conecta la URL con una acción del Controlador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Soporta parámetros dinámicos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Ej: /posts/{id}/edit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Motor de plantillas (Twig)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Sintaxis limpia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Bloques, herencia, filtros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{{ variable|e }} protege contra XSS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Validación en MVC PHP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Antes de insertar datos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Mensajes de error contextualizados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Protección contra inyección y datos vacíos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Seguridad: CSRF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Token único por sesión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Validar en todos los POST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Evitar ataques de falsificación de peticiones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Flash Messages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230760" y="17744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Guardadas temporalmente en sesión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Informan al usuario: 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guardado, 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⚠️ error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CRUD en proyecto MVC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📌 Create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📌 Read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📌 Update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📌 Delete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Toda aplicación dinámica lo implementa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Ventajas de MVC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Código más organizado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Fácil mantenimiento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Capas independientes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Buen patrón para equipos grandes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Desventajas de MVC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Puede ser excesivo para proyectos muy simples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Requiere curva de aprendizaje inicial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Ejercicios propuestos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Implementar login simple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Añadir comentarios a posts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Buscador y paginación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Validaciones avanzadas y middleware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Conclusión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MVC mejora la estructura y la calidad del software.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PHP permite implementarlo de forma ligera y potente.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LibreOffice/25.8.2.1$Windows_X86_64 LibreOffice_project/345526217a4027cb1b9ab39bd7153c8c141a1d64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2025-11-03T12:56:11Z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